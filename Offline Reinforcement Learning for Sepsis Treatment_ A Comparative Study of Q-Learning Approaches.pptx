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a4-33f2-89a3-8000-000020f1d3c2.png?kimi-sig=9ewxrPvw_3rHBcZEHlUiXLoHbO85z_c9iQbyUO2y68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b2-36d2-8c1d-8000-0000b07da261.png?kimi-sig=6LuRGv9AYb0y1p-4mooHaUXQUHx3d3P7C-QQUxXL0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af-e492-8652-8000-000063f20e77.png?kimi-sig=qsNCEvR-IyLX5q0HHylup-8ifB1duDaNRlV49bWJQ_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b0-b742-8b18-8000-00006df65f6c.png?kimi-sig=hPhAqTsTXfdXiytkJmVFXxIl2SZ_eKsTVjBGtbOzx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af-9af2-8904-8000-0000a675d1d0.png?kimi-sig=DgcfYr6RkyNolSdU9SjYoRdAY6i1crabTRllDN-zx5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ae-d492-827f-8000-00000323c674.png?kimi-sig=QEEXhXnoa4sANjr6FsJ0s-5LqM57CoFVeOPAzxYhlw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bc-9692-8191-8000-00006f7914ee.png?kimi-sig=qpFQEKHknEA3CvpywEEVDIv9i4DrvkwcxjZJjnXz0r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bc-dd52-8f2c-8000-0000c0d3957f.png?kimi-sig=nlYb9TgsEt6Yv_XTLMuvAkhxse3psmTV5kvvg0E5Z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bc-f972-8fa3-8000-0000037c52ac.png?kimi-sig=dFQ-buAP7ShDHIyQCAPJKF2vaoUNRGGztcr2Yv_O2H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bc-2b02-81c2-8000-0000e6989cee.png?kimi-sig=lNal9UaSbE4Xgrb1J8Dj9AjoZyshPkfl329E7x1Z5O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bd-7242-85d5-8000-000019546b07.png?kimi-sig=phChL_4cpUGT2rDjX63B3yjZ9IbXG7_s3ZYjGIiXT9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c9-1352-8ed7-8000-00003811067c.png?kimi-sig=oSlv74wTenT0pBUCflnEmBCL_UmzatPegHxQzV4nrR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23dc8-bdb2-887d-8000-00005d730778.png?kimi-sig=ekPd9ngRK-VRMsXkOOEJ3YcEatJ94WPL7zOx_-Jil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Reinforcement Learning for Sepsis Treatment: A Comparative Study of Q-Learning Approaches</dc:title>
  <dc:subject>Offline Reinforcement Learning for Sepsis Treatment: A Comparative Study of Q-Learning Approaches</dc:subject>
  <dc:creator>Kimi</dc:creator>
  <cp:lastModifiedBy>Kimi</cp:lastModifiedBy>
  <cp:revision>1</cp:revision>
  <dcterms:created xsi:type="dcterms:W3CDTF">2025-12-15T23:58:45Z</dcterms:created>
  <dcterms:modified xsi:type="dcterms:W3CDTF">2025-12-15T23:58:45Z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{"Label":"Offline Reinforcement Learning for Sepsis Treatment: A Comparative Study of Q-Learning Approaches","ContentProducer":"001191110108MACG2KBH8F10000","ProduceID":"d507ideom6pv60df4u1g","ReservedCode1":"","ContentPropagator":"001191110108MACG2KBH8F20000","PropagateID":"d507ideom6pv60df4u1g","ReservedCode2":""}</vt:lpwstr>
  </property>
</Properties>
</file>